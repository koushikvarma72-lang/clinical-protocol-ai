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8"/>
  </p:notesMasterIdLst>
  <p:sldIdLst>
    <p:sldId id="2147478423" r:id="rId6"/>
    <p:sldId id="2147478422" r:id="rId7"/>
    <p:sldId id="2147478411" r:id="rId8"/>
    <p:sldId id="2147478413" r:id="rId9"/>
    <p:sldId id="2147478412" r:id="rId10"/>
    <p:sldId id="2147478416" r:id="rId11"/>
    <p:sldId id="2147478415" r:id="rId12"/>
    <p:sldId id="2147478427" r:id="rId13"/>
    <p:sldId id="2147478410" r:id="rId14"/>
    <p:sldId id="2147478424" r:id="rId15"/>
    <p:sldId id="2147478425" r:id="rId16"/>
    <p:sldId id="2147473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04B0BE"/>
    <a:srgbClr val="C94851"/>
    <a:srgbClr val="D02630"/>
    <a:srgbClr val="62343C"/>
    <a:srgbClr val="4074BA"/>
    <a:srgbClr val="4D4FFA"/>
    <a:srgbClr val="46B1E1"/>
    <a:srgbClr val="F6FAFD"/>
    <a:srgbClr val="EF70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D7F6B-2D59-440B-BDE9-63D0A1E65F2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41EA-C283-4520-A861-2EC0E489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32EB9-B7BA-4660-9BE8-CC7193B5C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7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A016-D038-E9DD-58B0-28033C75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7B31-C89E-CBED-D094-37078069A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49F4-9C44-000D-B4B8-3C3D9C8C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882C-FB6A-8E71-54F2-E756795F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88F3-834B-81D2-A9F7-6235D2DC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3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E12F-AC5A-F430-660B-22BE0D12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77F90-3838-26F9-9791-2D4B4DD7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700D1-7AA9-A76C-9E51-BD07283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58285-B648-1218-3523-BA540A44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A421-81DA-F535-EE6B-42019940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BD4D-F392-3A3F-60E2-029289EB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1767-B6F4-2042-5DCC-3C361E8FC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DE66-C6CB-D3C7-AA43-CCA7D0115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503F-C3DA-D502-315A-3ECFD826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40194-7C8E-C293-BA09-D7D3F79F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81CD-AE4D-7326-C061-8608FC75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2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753-DD96-EA6F-600E-75DB9F24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52C24-38CD-3572-A927-0BCA26778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BE63D-F733-7DB0-4EF4-BBD1E692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BD2E-8CED-62ED-BEFB-B0B9A9FF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E0AF0-22C9-425B-F400-56BB53F3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FE01F-CD12-D959-8BB9-6D843969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16184-7B6C-992E-33FD-6C645383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10ADB-C4A8-6F1F-6DE0-87954800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2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6E9D-32C1-4BA5-EC04-C98673FC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65589-694B-AC9C-4ECF-948800C3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B5E0-47D3-D37F-AAF2-AFD93254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DF218-CB99-D6A9-5FC6-2006E501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5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8D66-1360-471C-7078-49E1A6FC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47114-9953-1449-FE1F-1BB632A2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BA88-8781-3AD9-160A-2836DD4F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8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6C4E-44CF-811F-FB7C-383439E9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677D-0B34-FBFF-2EED-2A5B671B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9BA05-BF2F-8A43-807D-E5EEC063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331E9-907B-9B59-F900-9FE26A98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B03B6-2197-19B0-5452-8A120E27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8FC6-163D-1685-CEF1-78B072D1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1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977-7366-C095-F623-C7114897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8FAFA-16EC-B3A0-EE07-C00D6F36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8CC9-5FEA-41D7-CDE7-CDC6DA593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0E2E3-DF6F-1C49-BCAB-E846908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4E91-91C2-F479-4186-9FB9D540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52216-45B5-2400-556F-BC3959B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2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53-9B6C-F4BE-BFCA-44B1A767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E75D1-67EA-42BB-84BC-0387F4D5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2EE1-23BC-3243-8936-28A0E8BA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9C47-A4BC-C923-04EC-8090A07A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5FB5-4B19-C555-8930-B120AFB2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332C2-6D1E-033E-AED4-C6731BA30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690A-DAFA-57E9-5394-E4C395463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D2A3-85E9-CC47-A737-72F2F1A5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D1262-7708-7C74-2C51-1E6BF70E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0F86-9357-F4D0-AAB3-17EDE78D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6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96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04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006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A4FFC98-3506-5A35-A5B8-04CCF6C8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67005"/>
            <a:ext cx="10154920" cy="42659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sz="2300" b="1">
                <a:solidFill>
                  <a:schemeClr val="accent1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D00616A-53A3-B2D0-5C5E-96565464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3748" y="6419051"/>
            <a:ext cx="774046" cy="365125"/>
          </a:xfrm>
        </p:spPr>
        <p:txBody>
          <a:bodyPr/>
          <a:lstStyle>
            <a:lvl1pPr algn="r">
              <a:defRPr sz="1000">
                <a:latin typeface="Helvetica" pitchFamily="2" charset="0"/>
                <a:cs typeface="Poppins" pitchFamily="2" charset="77"/>
              </a:defRPr>
            </a:lvl1pPr>
          </a:lstStyle>
          <a:p>
            <a:fld id="{B016F8AB-BCEA-4347-8BA6-BE776009BC8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8BE475DC-A5F1-0DBB-B30A-D48F34527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8" t="9459" r="3309" b="40003"/>
          <a:stretch/>
        </p:blipFill>
        <p:spPr>
          <a:xfrm>
            <a:off x="10595104" y="169594"/>
            <a:ext cx="1383031" cy="2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0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A7587D-336B-E0A2-0571-EB6FB70932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29">
            <a:extLst>
              <a:ext uri="{FF2B5EF4-FFF2-40B4-BE49-F238E27FC236}">
                <a16:creationId xmlns:a16="http://schemas.microsoft.com/office/drawing/2014/main" id="{E0C7B43A-8FED-2CFF-08C0-024FAF46AA84}"/>
              </a:ext>
            </a:extLst>
          </p:cNvPr>
          <p:cNvSpPr/>
          <p:nvPr userDrawn="1"/>
        </p:nvSpPr>
        <p:spPr>
          <a:xfrm>
            <a:off x="-4998" y="0"/>
            <a:ext cx="10505849" cy="810140"/>
          </a:xfrm>
          <a:custGeom>
            <a:avLst/>
            <a:gdLst>
              <a:gd name="connsiteX0" fmla="*/ 0 w 10613950"/>
              <a:gd name="connsiteY0" fmla="*/ 810140 h 810140"/>
              <a:gd name="connsiteX1" fmla="*/ 632954 w 10613950"/>
              <a:gd name="connsiteY1" fmla="*/ 0 h 810140"/>
              <a:gd name="connsiteX2" fmla="*/ 10613950 w 10613950"/>
              <a:gd name="connsiteY2" fmla="*/ 0 h 810140"/>
              <a:gd name="connsiteX3" fmla="*/ 9980996 w 10613950"/>
              <a:gd name="connsiteY3" fmla="*/ 810140 h 810140"/>
              <a:gd name="connsiteX4" fmla="*/ 0 w 10613950"/>
              <a:gd name="connsiteY4" fmla="*/ 810140 h 810140"/>
              <a:gd name="connsiteX0" fmla="*/ 1563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15632 w 9980996"/>
              <a:gd name="connsiteY4" fmla="*/ 799507 h 810140"/>
              <a:gd name="connsiteX0" fmla="*/ 801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8012 w 9980996"/>
              <a:gd name="connsiteY4" fmla="*/ 799507 h 810140"/>
              <a:gd name="connsiteX0" fmla="*/ 3249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3249 w 9980996"/>
              <a:gd name="connsiteY4" fmla="*/ 799507 h 81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80996" h="810140">
                <a:moveTo>
                  <a:pt x="3249" y="799507"/>
                </a:moveTo>
                <a:cubicBezTo>
                  <a:pt x="578" y="533005"/>
                  <a:pt x="2671" y="266502"/>
                  <a:pt x="0" y="0"/>
                </a:cubicBezTo>
                <a:lnTo>
                  <a:pt x="9980996" y="0"/>
                </a:lnTo>
                <a:lnTo>
                  <a:pt x="9348042" y="810140"/>
                </a:lnTo>
                <a:lnTo>
                  <a:pt x="3249" y="799507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087BE1-4F62-7F24-1827-F6A230DC7428}"/>
              </a:ext>
            </a:extLst>
          </p:cNvPr>
          <p:cNvSpPr/>
          <p:nvPr userDrawn="1"/>
        </p:nvSpPr>
        <p:spPr>
          <a:xfrm>
            <a:off x="2992" y="6371246"/>
            <a:ext cx="12189008" cy="488035"/>
          </a:xfrm>
          <a:prstGeom prst="rect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1E58381-030B-8CAD-3C8D-B55F19F6B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04" b="14799"/>
          <a:stretch/>
        </p:blipFill>
        <p:spPr>
          <a:xfrm>
            <a:off x="2833089" y="6354093"/>
            <a:ext cx="6525822" cy="503907"/>
          </a:xfrm>
          <a:prstGeom prst="rect">
            <a:avLst/>
          </a:prstGeom>
        </p:spPr>
      </p:pic>
      <p:sp>
        <p:nvSpPr>
          <p:cNvPr id="44" name="Parallelogram 45">
            <a:extLst>
              <a:ext uri="{FF2B5EF4-FFF2-40B4-BE49-F238E27FC236}">
                <a16:creationId xmlns:a16="http://schemas.microsoft.com/office/drawing/2014/main" id="{5CB65BD0-B0B7-A140-E87F-4CB3DD2C91AC}"/>
              </a:ext>
            </a:extLst>
          </p:cNvPr>
          <p:cNvSpPr/>
          <p:nvPr userDrawn="1"/>
        </p:nvSpPr>
        <p:spPr>
          <a:xfrm>
            <a:off x="2992" y="870126"/>
            <a:ext cx="4771026" cy="45719"/>
          </a:xfrm>
          <a:custGeom>
            <a:avLst/>
            <a:gdLst>
              <a:gd name="connsiteX0" fmla="*/ 0 w 5156789"/>
              <a:gd name="connsiteY0" fmla="*/ 45719 h 45719"/>
              <a:gd name="connsiteX1" fmla="*/ 35720 w 5156789"/>
              <a:gd name="connsiteY1" fmla="*/ 0 h 45719"/>
              <a:gd name="connsiteX2" fmla="*/ 5156789 w 5156789"/>
              <a:gd name="connsiteY2" fmla="*/ 0 h 45719"/>
              <a:gd name="connsiteX3" fmla="*/ 5121069 w 5156789"/>
              <a:gd name="connsiteY3" fmla="*/ 45719 h 45719"/>
              <a:gd name="connsiteX4" fmla="*/ 0 w 5156789"/>
              <a:gd name="connsiteY4" fmla="*/ 45719 h 45719"/>
              <a:gd name="connsiteX0" fmla="*/ 0 w 5156789"/>
              <a:gd name="connsiteY0" fmla="*/ 48100 h 48100"/>
              <a:gd name="connsiteX1" fmla="*/ 388145 w 5156789"/>
              <a:gd name="connsiteY1" fmla="*/ 0 h 48100"/>
              <a:gd name="connsiteX2" fmla="*/ 5156789 w 5156789"/>
              <a:gd name="connsiteY2" fmla="*/ 2381 h 48100"/>
              <a:gd name="connsiteX3" fmla="*/ 5121069 w 5156789"/>
              <a:gd name="connsiteY3" fmla="*/ 48100 h 48100"/>
              <a:gd name="connsiteX4" fmla="*/ 0 w 5156789"/>
              <a:gd name="connsiteY4" fmla="*/ 48100 h 48100"/>
              <a:gd name="connsiteX0" fmla="*/ 0 w 4780551"/>
              <a:gd name="connsiteY0" fmla="*/ 45719 h 48100"/>
              <a:gd name="connsiteX1" fmla="*/ 11907 w 4780551"/>
              <a:gd name="connsiteY1" fmla="*/ 0 h 48100"/>
              <a:gd name="connsiteX2" fmla="*/ 4780551 w 4780551"/>
              <a:gd name="connsiteY2" fmla="*/ 2381 h 48100"/>
              <a:gd name="connsiteX3" fmla="*/ 4744831 w 4780551"/>
              <a:gd name="connsiteY3" fmla="*/ 48100 h 48100"/>
              <a:gd name="connsiteX4" fmla="*/ 0 w 4780551"/>
              <a:gd name="connsiteY4" fmla="*/ 45719 h 48100"/>
              <a:gd name="connsiteX0" fmla="*/ 7143 w 4787694"/>
              <a:gd name="connsiteY0" fmla="*/ 45719 h 48100"/>
              <a:gd name="connsiteX1" fmla="*/ 0 w 4787694"/>
              <a:gd name="connsiteY1" fmla="*/ 0 h 48100"/>
              <a:gd name="connsiteX2" fmla="*/ 4787694 w 4787694"/>
              <a:gd name="connsiteY2" fmla="*/ 2381 h 48100"/>
              <a:gd name="connsiteX3" fmla="*/ 4751974 w 4787694"/>
              <a:gd name="connsiteY3" fmla="*/ 48100 h 48100"/>
              <a:gd name="connsiteX4" fmla="*/ 7143 w 4787694"/>
              <a:gd name="connsiteY4" fmla="*/ 45719 h 48100"/>
              <a:gd name="connsiteX0" fmla="*/ 0 w 4780551"/>
              <a:gd name="connsiteY0" fmla="*/ 43338 h 45719"/>
              <a:gd name="connsiteX1" fmla="*/ 9525 w 4780551"/>
              <a:gd name="connsiteY1" fmla="*/ 0 h 45719"/>
              <a:gd name="connsiteX2" fmla="*/ 4780551 w 4780551"/>
              <a:gd name="connsiteY2" fmla="*/ 0 h 45719"/>
              <a:gd name="connsiteX3" fmla="*/ 4744831 w 4780551"/>
              <a:gd name="connsiteY3" fmla="*/ 45719 h 45719"/>
              <a:gd name="connsiteX4" fmla="*/ 0 w 4780551"/>
              <a:gd name="connsiteY4" fmla="*/ 43338 h 45719"/>
              <a:gd name="connsiteX0" fmla="*/ 0 w 4771026"/>
              <a:gd name="connsiteY0" fmla="*/ 43338 h 45719"/>
              <a:gd name="connsiteX1" fmla="*/ 0 w 4771026"/>
              <a:gd name="connsiteY1" fmla="*/ 0 h 45719"/>
              <a:gd name="connsiteX2" fmla="*/ 4771026 w 4771026"/>
              <a:gd name="connsiteY2" fmla="*/ 0 h 45719"/>
              <a:gd name="connsiteX3" fmla="*/ 4735306 w 4771026"/>
              <a:gd name="connsiteY3" fmla="*/ 45719 h 45719"/>
              <a:gd name="connsiteX4" fmla="*/ 0 w 4771026"/>
              <a:gd name="connsiteY4" fmla="*/ 43338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1026" h="45719">
                <a:moveTo>
                  <a:pt x="0" y="43338"/>
                </a:moveTo>
                <a:lnTo>
                  <a:pt x="0" y="0"/>
                </a:lnTo>
                <a:lnTo>
                  <a:pt x="4771026" y="0"/>
                </a:lnTo>
                <a:lnTo>
                  <a:pt x="4735306" y="45719"/>
                </a:lnTo>
                <a:lnTo>
                  <a:pt x="0" y="43338"/>
                </a:lnTo>
                <a:close/>
              </a:path>
            </a:pathLst>
          </a:custGeom>
          <a:solidFill>
            <a:srgbClr val="C9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rallelogram 43">
            <a:extLst>
              <a:ext uri="{FF2B5EF4-FFF2-40B4-BE49-F238E27FC236}">
                <a16:creationId xmlns:a16="http://schemas.microsoft.com/office/drawing/2014/main" id="{E1998539-3881-E2A9-E03F-ECFF2CC55EDF}"/>
              </a:ext>
            </a:extLst>
          </p:cNvPr>
          <p:cNvSpPr/>
          <p:nvPr userDrawn="1"/>
        </p:nvSpPr>
        <p:spPr>
          <a:xfrm flipH="1">
            <a:off x="10737404" y="-1281"/>
            <a:ext cx="900442" cy="800191"/>
          </a:xfrm>
          <a:custGeom>
            <a:avLst/>
            <a:gdLst>
              <a:gd name="connsiteX0" fmla="*/ 0 w 1445419"/>
              <a:gd name="connsiteY0" fmla="*/ 800191 h 800191"/>
              <a:gd name="connsiteX1" fmla="*/ 625181 w 1445419"/>
              <a:gd name="connsiteY1" fmla="*/ 0 h 800191"/>
              <a:gd name="connsiteX2" fmla="*/ 1445419 w 1445419"/>
              <a:gd name="connsiteY2" fmla="*/ 0 h 800191"/>
              <a:gd name="connsiteX3" fmla="*/ 820238 w 1445419"/>
              <a:gd name="connsiteY3" fmla="*/ 800191 h 800191"/>
              <a:gd name="connsiteX4" fmla="*/ 0 w 1445419"/>
              <a:gd name="connsiteY4" fmla="*/ 800191 h 800191"/>
              <a:gd name="connsiteX0" fmla="*/ 1087 w 820238"/>
              <a:gd name="connsiteY0" fmla="*/ 800191 h 800191"/>
              <a:gd name="connsiteX1" fmla="*/ 0 w 820238"/>
              <a:gd name="connsiteY1" fmla="*/ 0 h 800191"/>
              <a:gd name="connsiteX2" fmla="*/ 820238 w 820238"/>
              <a:gd name="connsiteY2" fmla="*/ 0 h 800191"/>
              <a:gd name="connsiteX3" fmla="*/ 195057 w 820238"/>
              <a:gd name="connsiteY3" fmla="*/ 800191 h 800191"/>
              <a:gd name="connsiteX4" fmla="*/ 1087 w 820238"/>
              <a:gd name="connsiteY4" fmla="*/ 800191 h 80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238" h="800191">
                <a:moveTo>
                  <a:pt x="1087" y="800191"/>
                </a:moveTo>
                <a:cubicBezTo>
                  <a:pt x="725" y="533461"/>
                  <a:pt x="362" y="266730"/>
                  <a:pt x="0" y="0"/>
                </a:cubicBezTo>
                <a:lnTo>
                  <a:pt x="820238" y="0"/>
                </a:lnTo>
                <a:lnTo>
                  <a:pt x="195057" y="800191"/>
                </a:lnTo>
                <a:lnTo>
                  <a:pt x="1087" y="800191"/>
                </a:lnTo>
                <a:close/>
              </a:path>
            </a:pathLst>
          </a:cu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E2E365-AE5B-3D42-A3F0-CC762A8A3979}"/>
              </a:ext>
            </a:extLst>
          </p:cNvPr>
          <p:cNvSpPr/>
          <p:nvPr userDrawn="1"/>
        </p:nvSpPr>
        <p:spPr>
          <a:xfrm>
            <a:off x="11430000" y="0"/>
            <a:ext cx="787400" cy="798910"/>
          </a:xfrm>
          <a:prstGeom prst="rect">
            <a:avLst/>
          </a:pr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716CE-2C20-5752-2F33-40E888C3EE8B}"/>
              </a:ext>
            </a:extLst>
          </p:cNvPr>
          <p:cNvSpPr txBox="1"/>
          <p:nvPr userDrawn="1"/>
        </p:nvSpPr>
        <p:spPr>
          <a:xfrm>
            <a:off x="8865629" y="6495400"/>
            <a:ext cx="2655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2"/>
                </a:solidFill>
                <a:latin typeface="Cambria" panose="02040503050406030204" pitchFamily="18" charset="0"/>
              </a:rPr>
              <a:t>2026  - https://www.agilisium.com</a:t>
            </a:r>
            <a:endParaRPr lang="en-US" sz="1200"/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8FCD861-1835-F012-7C9F-89762B104C64}"/>
              </a:ext>
            </a:extLst>
          </p:cNvPr>
          <p:cNvSpPr/>
          <p:nvPr userDrawn="1"/>
        </p:nvSpPr>
        <p:spPr>
          <a:xfrm>
            <a:off x="-30398" y="-19385"/>
            <a:ext cx="644926" cy="82492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Arrow: Pentagon 1024">
            <a:extLst>
              <a:ext uri="{FF2B5EF4-FFF2-40B4-BE49-F238E27FC236}">
                <a16:creationId xmlns:a16="http://schemas.microsoft.com/office/drawing/2014/main" id="{40D55250-F6BB-269C-4BE7-2D3C71A86BD3}"/>
              </a:ext>
            </a:extLst>
          </p:cNvPr>
          <p:cNvSpPr/>
          <p:nvPr userDrawn="1"/>
        </p:nvSpPr>
        <p:spPr>
          <a:xfrm flipH="1">
            <a:off x="11372832" y="6371246"/>
            <a:ext cx="819168" cy="503907"/>
          </a:xfrm>
          <a:prstGeom prst="homePlate">
            <a:avLst/>
          </a:pr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EA77DC2-6617-A4EA-3830-79D89277361E}"/>
              </a:ext>
            </a:extLst>
          </p:cNvPr>
          <p:cNvGrpSpPr/>
          <p:nvPr userDrawn="1"/>
        </p:nvGrpSpPr>
        <p:grpSpPr>
          <a:xfrm>
            <a:off x="0" y="6371246"/>
            <a:ext cx="978408" cy="506139"/>
            <a:chOff x="-318480" y="6371246"/>
            <a:chExt cx="1296888" cy="506139"/>
          </a:xfrm>
        </p:grpSpPr>
        <p:sp>
          <p:nvSpPr>
            <p:cNvPr id="1024" name="Arrow: Pentagon 1023">
              <a:extLst>
                <a:ext uri="{FF2B5EF4-FFF2-40B4-BE49-F238E27FC236}">
                  <a16:creationId xmlns:a16="http://schemas.microsoft.com/office/drawing/2014/main" id="{DCABC408-2172-D8A7-4BC8-E6DE420385D5}"/>
                </a:ext>
              </a:extLst>
            </p:cNvPr>
            <p:cNvSpPr/>
            <p:nvPr userDrawn="1"/>
          </p:nvSpPr>
          <p:spPr>
            <a:xfrm>
              <a:off x="0" y="6371246"/>
              <a:ext cx="978408" cy="503907"/>
            </a:xfrm>
            <a:prstGeom prst="homePlate">
              <a:avLst/>
            </a:prstGeom>
            <a:solidFill>
              <a:srgbClr val="D026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Arrow: Pentagon 1026">
              <a:extLst>
                <a:ext uri="{FF2B5EF4-FFF2-40B4-BE49-F238E27FC236}">
                  <a16:creationId xmlns:a16="http://schemas.microsoft.com/office/drawing/2014/main" id="{E48B7C1D-BB47-FC2D-5090-6BF520ACEA1E}"/>
                </a:ext>
              </a:extLst>
            </p:cNvPr>
            <p:cNvSpPr/>
            <p:nvPr userDrawn="1"/>
          </p:nvSpPr>
          <p:spPr>
            <a:xfrm>
              <a:off x="-159240" y="6373478"/>
              <a:ext cx="978408" cy="503907"/>
            </a:xfrm>
            <a:prstGeom prst="homePlate">
              <a:avLst/>
            </a:prstGeom>
            <a:solidFill>
              <a:srgbClr val="6234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Arrow: Pentagon 1027">
              <a:extLst>
                <a:ext uri="{FF2B5EF4-FFF2-40B4-BE49-F238E27FC236}">
                  <a16:creationId xmlns:a16="http://schemas.microsoft.com/office/drawing/2014/main" id="{DE7ABDCC-316B-8655-8300-ED97C4A643D8}"/>
                </a:ext>
              </a:extLst>
            </p:cNvPr>
            <p:cNvSpPr/>
            <p:nvPr userDrawn="1"/>
          </p:nvSpPr>
          <p:spPr>
            <a:xfrm>
              <a:off x="-318480" y="6373478"/>
              <a:ext cx="978408" cy="503907"/>
            </a:xfrm>
            <a:prstGeom prst="homePlate">
              <a:avLst/>
            </a:prstGeom>
            <a:solidFill>
              <a:srgbClr val="04B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0" name="Arrow: Pentagon 1029">
            <a:extLst>
              <a:ext uri="{FF2B5EF4-FFF2-40B4-BE49-F238E27FC236}">
                <a16:creationId xmlns:a16="http://schemas.microsoft.com/office/drawing/2014/main" id="{4FDED046-DE3A-6E18-196F-B0CEC5D416A4}"/>
              </a:ext>
            </a:extLst>
          </p:cNvPr>
          <p:cNvSpPr/>
          <p:nvPr userDrawn="1"/>
        </p:nvSpPr>
        <p:spPr>
          <a:xfrm flipH="1">
            <a:off x="11520947" y="6381945"/>
            <a:ext cx="671053" cy="503907"/>
          </a:xfrm>
          <a:prstGeom prst="homePlate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Arrow: Pentagon 1030">
            <a:extLst>
              <a:ext uri="{FF2B5EF4-FFF2-40B4-BE49-F238E27FC236}">
                <a16:creationId xmlns:a16="http://schemas.microsoft.com/office/drawing/2014/main" id="{5F601B80-6C61-4D19-646B-73FB101D2095}"/>
              </a:ext>
            </a:extLst>
          </p:cNvPr>
          <p:cNvSpPr/>
          <p:nvPr userDrawn="1"/>
        </p:nvSpPr>
        <p:spPr>
          <a:xfrm flipH="1">
            <a:off x="11669062" y="6371246"/>
            <a:ext cx="519946" cy="503907"/>
          </a:xfrm>
          <a:prstGeom prst="homePlate">
            <a:avLst/>
          </a:prstGeom>
          <a:solidFill>
            <a:srgbClr val="D026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747F67-66DD-1D9A-8396-6CFDFA6E37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54" y="-29496"/>
            <a:ext cx="975876" cy="97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2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48833-87B6-7C45-F1FB-3EC182B2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9A091-7F9F-1405-0814-D41A7933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028F-7F1A-8BA1-1319-C7DDE4E53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6D15-F941-B34D-B39D-69D3AA41D3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5D61-F7B9-F17B-F853-7A14190F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B6D9-44B8-6FF9-8045-436F04D9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322FB-2518-844E-B918-42F2220CD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9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on in black suit jacket holding white tablet computer">
            <a:extLst>
              <a:ext uri="{FF2B5EF4-FFF2-40B4-BE49-F238E27FC236}">
                <a16:creationId xmlns:a16="http://schemas.microsoft.com/office/drawing/2014/main" id="{F04158E4-32AA-EDFD-81A8-C0E24D8FCDA6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44" t="7823" r="16244" b="7823"/>
          <a:stretch/>
        </p:blipFill>
        <p:spPr bwMode="auto">
          <a:xfrm>
            <a:off x="1524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666B67-EB8E-11C8-D3E0-A18DA620F3EC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99000">
                <a:schemeClr val="bg1">
                  <a:alpha val="0"/>
                </a:schemeClr>
              </a:gs>
              <a:gs pos="3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itchFamily="2" charset="0"/>
              <a:ea typeface="+mn-ea"/>
              <a:cs typeface="Poppins" pitchFamily="2" charset="77"/>
            </a:endParaRPr>
          </a:p>
        </p:txBody>
      </p:sp>
      <p:pic>
        <p:nvPicPr>
          <p:cNvPr id="4" name="Picture 3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6B11E39-47D7-6F7B-CC62-456F5B8FD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11" y="810498"/>
            <a:ext cx="4560090" cy="12530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004DB4-FA27-6C5E-F346-D33B8075EEE8}"/>
              </a:ext>
            </a:extLst>
          </p:cNvPr>
          <p:cNvSpPr txBox="1"/>
          <p:nvPr/>
        </p:nvSpPr>
        <p:spPr>
          <a:xfrm>
            <a:off x="34224" y="4594389"/>
            <a:ext cx="550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Intelligent Document Analysis for Clinical Trials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45BF4-25CA-E3B5-2A9D-A53F7C26017E}"/>
              </a:ext>
            </a:extLst>
          </p:cNvPr>
          <p:cNvSpPr txBox="1"/>
          <p:nvPr/>
        </p:nvSpPr>
        <p:spPr>
          <a:xfrm>
            <a:off x="1193173" y="6047502"/>
            <a:ext cx="5041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PRESENTED BY : GVJK KOUSHIK VARMA\</a:t>
            </a:r>
          </a:p>
          <a:p>
            <a:r>
              <a:rPr lang="en-US" sz="1400" dirty="0"/>
              <a:t>Emp Id : 11446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7DDF7-AD7A-2378-EF4F-602EF237927A}"/>
              </a:ext>
            </a:extLst>
          </p:cNvPr>
          <p:cNvSpPr txBox="1"/>
          <p:nvPr/>
        </p:nvSpPr>
        <p:spPr>
          <a:xfrm>
            <a:off x="159488" y="3955312"/>
            <a:ext cx="550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CLINICAL PROTOCOL AI</a:t>
            </a:r>
          </a:p>
        </p:txBody>
      </p:sp>
    </p:spTree>
    <p:extLst>
      <p:ext uri="{BB962C8B-B14F-4D97-AF65-F5344CB8AC3E}">
        <p14:creationId xmlns:p14="http://schemas.microsoft.com/office/powerpoint/2010/main" val="2796115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D1393-98B5-FD89-9184-0C89E96B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90" y="934114"/>
            <a:ext cx="1438275" cy="247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E2E124-FD6B-D7DF-8BBC-28DF13B6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90" y="1340920"/>
            <a:ext cx="4857750" cy="752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06637F-0F0B-F3EE-C3BC-4FCF1CA80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90" y="2252551"/>
            <a:ext cx="98107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6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2AB82-18F0-1166-D6CB-885BE9E3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42" y="968227"/>
            <a:ext cx="7010400" cy="1200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5E0886-B61E-AAC5-FD03-5A0250D9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64" y="2324986"/>
            <a:ext cx="9848850" cy="3495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52C9F-F1A0-48D5-0BD0-E5145BD2A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6" y="5720095"/>
            <a:ext cx="98488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4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AE85FB-72A7-E48C-E0B9-22797F7F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34" y="975649"/>
            <a:ext cx="4162425" cy="103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B7775-63D6-1D88-C5EF-955D1A704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2034251"/>
            <a:ext cx="91059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1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C84B7E-17E6-8B78-C078-CFFDD911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4" y="939653"/>
            <a:ext cx="1352550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6A0E2-EF53-52AE-92EC-6D1B90D38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04" y="1574949"/>
            <a:ext cx="3686175" cy="4686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3E07D6-2F44-97C5-9552-0E2C13D1F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446" y="818707"/>
            <a:ext cx="6177949" cy="557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6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F9A88-B1DA-AEC6-2C99-FF2B599EE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40" y="799176"/>
            <a:ext cx="7581013" cy="5546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958BF-2C6E-FE79-22E9-BC9AE5F57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36" y="1055226"/>
            <a:ext cx="4052785" cy="474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8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801D4-B3B8-2862-554B-95ABA569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8" y="1054838"/>
            <a:ext cx="4225225" cy="46170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356BDB-762C-8677-9B34-703A8F057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352" y="903768"/>
            <a:ext cx="7032562" cy="52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5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9FE73-CEFC-4DCC-EACA-E5DED5290BC1}"/>
              </a:ext>
            </a:extLst>
          </p:cNvPr>
          <p:cNvSpPr txBox="1"/>
          <p:nvPr/>
        </p:nvSpPr>
        <p:spPr>
          <a:xfrm>
            <a:off x="988827" y="95693"/>
            <a:ext cx="720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2563EB"/>
                </a:solidFill>
              </a:rPr>
              <a:t>My Complete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Technical 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60F9E-FD7B-E911-9595-462ED5B1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8" y="1038337"/>
            <a:ext cx="6596689" cy="1238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ED9A3F-F052-8CBA-8B78-0B33972D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8" y="2352675"/>
            <a:ext cx="6609314" cy="1240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1542CA-90F9-8C6B-BAF1-87964A66F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8" y="3669383"/>
            <a:ext cx="6609314" cy="14248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4A161B-0F6A-EC69-1FC1-6BFE27464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8" y="5170366"/>
            <a:ext cx="6609314" cy="11786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147136-75AA-5A8D-40C8-84501DBDE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502" y="2176582"/>
            <a:ext cx="5462841" cy="2955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30DDDD-9C9A-B48B-5ED9-EB54E86E2297}"/>
              </a:ext>
            </a:extLst>
          </p:cNvPr>
          <p:cNvSpPr txBox="1"/>
          <p:nvPr/>
        </p:nvSpPr>
        <p:spPr>
          <a:xfrm>
            <a:off x="7049386" y="1318437"/>
            <a:ext cx="445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 Layer</a:t>
            </a:r>
          </a:p>
        </p:txBody>
      </p:sp>
    </p:spTree>
    <p:extLst>
      <p:ext uri="{BB962C8B-B14F-4D97-AF65-F5344CB8AC3E}">
        <p14:creationId xmlns:p14="http://schemas.microsoft.com/office/powerpoint/2010/main" val="391179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436632-F180-5FBD-84C9-66C7ED6F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138237"/>
            <a:ext cx="9886950" cy="45815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65CE0A-18B0-FD8E-FB82-A2640E98AA1A}"/>
              </a:ext>
            </a:extLst>
          </p:cNvPr>
          <p:cNvSpPr txBox="1"/>
          <p:nvPr/>
        </p:nvSpPr>
        <p:spPr>
          <a:xfrm>
            <a:off x="1286540" y="95693"/>
            <a:ext cx="5741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WHERE THIS </a:t>
            </a:r>
            <a:r>
              <a:rPr lang="en-US" sz="3600" dirty="0">
                <a:solidFill>
                  <a:srgbClr val="2563EB"/>
                </a:solidFill>
              </a:rPr>
              <a:t>WORKS OUT</a:t>
            </a:r>
          </a:p>
        </p:txBody>
      </p:sp>
    </p:spTree>
    <p:extLst>
      <p:ext uri="{BB962C8B-B14F-4D97-AF65-F5344CB8AC3E}">
        <p14:creationId xmlns:p14="http://schemas.microsoft.com/office/powerpoint/2010/main" val="224010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2739EC-0D14-8169-865D-052FD8025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10" y="925033"/>
            <a:ext cx="10327980" cy="504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31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D79EC-59D6-E248-47A4-BFC13C0A1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011" y="2466753"/>
            <a:ext cx="6263969" cy="2779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63EB01-0BFE-5DC6-87E7-F37A84E69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958" y="2466753"/>
            <a:ext cx="6484532" cy="2779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4514F-B337-798F-F763-F2A16BB9A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8057" y="2550042"/>
            <a:ext cx="76200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7BF856-B9D4-8DF7-7D4A-BA763D4F5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179" y="1353436"/>
            <a:ext cx="92297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3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hands shaking&#10;&#10;Description automatically generated">
            <a:extLst>
              <a:ext uri="{FF2B5EF4-FFF2-40B4-BE49-F238E27FC236}">
                <a16:creationId xmlns:a16="http://schemas.microsoft.com/office/drawing/2014/main" id="{E04DFA73-838F-DE94-83EA-E4D43BF89F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05D59-60C3-F3DA-8227-E09FE4D96A97}"/>
              </a:ext>
            </a:extLst>
          </p:cNvPr>
          <p:cNvSpPr/>
          <p:nvPr/>
        </p:nvSpPr>
        <p:spPr>
          <a:xfrm>
            <a:off x="1689652" y="-11"/>
            <a:ext cx="5854148" cy="6858001"/>
          </a:xfrm>
          <a:prstGeom prst="rect">
            <a:avLst/>
          </a:prstGeom>
          <a:gradFill flip="none" rotWithShape="1">
            <a:gsLst>
              <a:gs pos="73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itchFamily="2" charset="0"/>
              <a:ea typeface="+mn-ea"/>
              <a:cs typeface="Poppin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77C1C-6160-2878-2BBF-B24A25DE8C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288242"/>
            <a:ext cx="4777750" cy="36925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>
                <a:solidFill>
                  <a:schemeClr val="tx1"/>
                </a:solidFill>
                <a:latin typeface="Helvetica" pitchFamily="2" charset="0"/>
              </a:rPr>
              <a:t>  </a:t>
            </a:r>
            <a:r>
              <a:rPr lang="en-US" sz="6000" b="1">
                <a:solidFill>
                  <a:schemeClr val="accent1"/>
                </a:solidFill>
                <a:latin typeface="Helvetica" pitchFamily="2" charset="0"/>
              </a:rPr>
              <a:t>Thank You</a:t>
            </a:r>
          </a:p>
        </p:txBody>
      </p:sp>
      <p:pic>
        <p:nvPicPr>
          <p:cNvPr id="7" name="Picture 6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F3397892-D38B-2FD1-EAE4-DFB2D15EB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68" y="2488651"/>
            <a:ext cx="3950180" cy="108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6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Amge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2C3"/>
      </a:accent1>
      <a:accent2>
        <a:srgbClr val="ED7D31"/>
      </a:accent2>
      <a:accent3>
        <a:srgbClr val="0DAFE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580813-36ea-456e-b808-eca630ebc0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F9921D284E6240ABBD040204EBE127" ma:contentTypeVersion="10" ma:contentTypeDescription="Create a new document." ma:contentTypeScope="" ma:versionID="4874ec1e6ffd59f5ff55926edb7c2dea">
  <xsd:schema xmlns:xsd="http://www.w3.org/2001/XMLSchema" xmlns:xs="http://www.w3.org/2001/XMLSchema" xmlns:p="http://schemas.microsoft.com/office/2006/metadata/properties" xmlns:ns3="2a580813-36ea-456e-b808-eca630ebc03f" targetNamespace="http://schemas.microsoft.com/office/2006/metadata/properties" ma:root="true" ma:fieldsID="8d91f4a9b3b4a1072f92069d99677e41" ns3:_="">
    <xsd:import namespace="2a580813-36ea-456e-b808-eca630ebc03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80813-36ea-456e-b808-eca630ebc03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4987A3-D562-4314-A866-C1B9CD637EF9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2a580813-36ea-456e-b808-eca630ebc03f"/>
    <ds:schemaRef ds:uri="http://schemas.microsoft.com/office/2006/metadata/properties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A1E859A-D713-442D-8B78-F0C38B3A5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580813-36ea-456e-b808-eca630ebc0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993D14-D5A3-418D-9BB3-BEA940966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Monthly Review Deck - July 2024  -  Read-Only</Template>
  <TotalTime>504</TotalTime>
  <Words>34</Words>
  <Application>Microsoft Office PowerPoint</Application>
  <PresentationFormat>Widescreen</PresentationFormat>
  <Paragraphs>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</vt:lpstr>
      <vt:lpstr>Helvetica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Vinodkumar Chandrasekar</dc:creator>
  <cp:lastModifiedBy>Venkata Jayakrishna Koushik Varma</cp:lastModifiedBy>
  <cp:revision>88</cp:revision>
  <dcterms:created xsi:type="dcterms:W3CDTF">2024-07-26T10:01:03Z</dcterms:created>
  <dcterms:modified xsi:type="dcterms:W3CDTF">2026-02-05T12:48:15Z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0x010100A8F9921D284E6240ABBD040204EBE127</vt:lpwstr>
  </property>
</Properties>
</file>